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0"/>
  </p:notesMasterIdLst>
  <p:sldIdLst>
    <p:sldId id="262" r:id="rId6"/>
    <p:sldId id="256" r:id="rId7"/>
    <p:sldId id="2145706034" r:id="rId8"/>
    <p:sldId id="582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7EF83D8-635A-4CB5-A11B-906238118853}">
          <p14:sldIdLst>
            <p14:sldId id="262"/>
            <p14:sldId id="256"/>
            <p14:sldId id="2145706034"/>
            <p14:sldId id="58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DFF"/>
    <a:srgbClr val="156082"/>
    <a:srgbClr val="F20000"/>
    <a:srgbClr val="A31111"/>
    <a:srgbClr val="060D28"/>
    <a:srgbClr val="00174E"/>
    <a:srgbClr val="001D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96" y="13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Schmidt" userId="a7d6b6ff-ed7d-40d5-a4b6-b9e703a01d3a" providerId="ADAL" clId="{D0595914-B60D-46E9-A296-30CE58E68D2D}"/>
    <pc:docChg chg="addSld delSld modSld modSection">
      <pc:chgData name="Peter Schmidt" userId="a7d6b6ff-ed7d-40d5-a4b6-b9e703a01d3a" providerId="ADAL" clId="{D0595914-B60D-46E9-A296-30CE58E68D2D}" dt="2026-02-04T08:31:53.614" v="12" actId="20577"/>
      <pc:docMkLst>
        <pc:docMk/>
      </pc:docMkLst>
      <pc:sldChg chg="modSp mod">
        <pc:chgData name="Peter Schmidt" userId="a7d6b6ff-ed7d-40d5-a4b6-b9e703a01d3a" providerId="ADAL" clId="{D0595914-B60D-46E9-A296-30CE58E68D2D}" dt="2026-02-04T08:31:53.614" v="12" actId="20577"/>
        <pc:sldMkLst>
          <pc:docMk/>
          <pc:sldMk cId="38464661" sldId="256"/>
        </pc:sldMkLst>
        <pc:spChg chg="mod">
          <ac:chgData name="Peter Schmidt" userId="a7d6b6ff-ed7d-40d5-a4b6-b9e703a01d3a" providerId="ADAL" clId="{D0595914-B60D-46E9-A296-30CE58E68D2D}" dt="2026-02-04T08:31:53.614" v="12" actId="20577"/>
          <ac:spMkLst>
            <pc:docMk/>
            <pc:sldMk cId="38464661" sldId="256"/>
            <ac:spMk id="2" creationId="{F5413369-8F30-FEF1-A357-5A24B2023C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BAF61-F588-45BF-B44D-247D5A22E576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3C7D5-4A52-40FA-A438-BC0D90C30E1D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997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3C7D5-4A52-40FA-A438-BC0D90C30E1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560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0">
              <a:srgbClr val="060D28"/>
            </a:gs>
            <a:gs pos="50000">
              <a:srgbClr val="00174E"/>
            </a:gs>
            <a:gs pos="100000">
              <a:srgbClr val="060D28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8795E56-F69F-8C0E-B76E-F7EC666C8D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239079"/>
            <a:ext cx="12192000" cy="74980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056568-9AAB-8E44-9C13-DD47C59442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854199"/>
            <a:ext cx="9144000" cy="1655763"/>
          </a:xfrm>
        </p:spPr>
        <p:txBody>
          <a:bodyPr anchor="b">
            <a:normAutofit/>
          </a:bodyPr>
          <a:lstStyle>
            <a:lvl1pPr algn="ctr">
              <a:defRPr sz="4800">
                <a:latin typeface="Aptos Black" panose="020F0502020204030204" pitchFamily="34" charset="0"/>
              </a:defRPr>
            </a:lvl1pPr>
          </a:lstStyle>
          <a:p>
            <a:r>
              <a:rPr lang="en-US"/>
              <a:t>SESSION NAME</a:t>
            </a:r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1E3D71-5473-58BD-5CF4-52FB3AD4362C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A34B245-7F2E-6F31-477F-2048B88717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29"/>
          <a:stretch/>
        </p:blipFill>
        <p:spPr>
          <a:xfrm>
            <a:off x="3660419" y="321516"/>
            <a:ext cx="4871162" cy="885683"/>
          </a:xfrm>
          <a:prstGeom prst="rect">
            <a:avLst/>
          </a:prstGeom>
        </p:spPr>
      </p:pic>
      <p:sp>
        <p:nvSpPr>
          <p:cNvPr id="24" name="Subtitle 2">
            <a:extLst>
              <a:ext uri="{FF2B5EF4-FFF2-40B4-BE49-F238E27FC236}">
                <a16:creationId xmlns:a16="http://schemas.microsoft.com/office/drawing/2014/main" id="{BF456E57-6D6F-B9BC-0266-15663C0CB204}"/>
              </a:ext>
            </a:extLst>
          </p:cNvPr>
          <p:cNvSpPr txBox="1">
            <a:spLocks/>
          </p:cNvSpPr>
          <p:nvPr userDrawn="1"/>
        </p:nvSpPr>
        <p:spPr>
          <a:xfrm>
            <a:off x="1524000" y="4197515"/>
            <a:ext cx="333375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007DFF"/>
                </a:solidFill>
                <a:latin typeface="Aptos Black" panose="020B0004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4CB56A7-5B0E-177C-D6BB-3C2F7EA371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4000" y="3979681"/>
            <a:ext cx="3057525" cy="47629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007DFF"/>
                </a:solidFill>
                <a:latin typeface="Aptos Black" panose="020B0004020202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Firstname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Lastname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CB1F8AE7-83F6-D49B-4CF8-4673FA4C38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10477" y="3979680"/>
            <a:ext cx="3057525" cy="476297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007DFF"/>
                </a:solidFill>
                <a:latin typeface="Aptos Black" panose="020B0004020202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Firstname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Lastname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38C19-9C7F-2D19-BC13-10B31A08A24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3479B86-361D-4E22-9189-B9EDCB3D25DF}" type="datetime1">
              <a:rPr lang="en-GB" smtClean="0"/>
              <a:pPr/>
              <a:t>04/02/2026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46C15-C2FD-C718-2246-060106B374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6DF068-EB82-87AF-8EDE-F3A481C464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0D3ED71-38B9-4E15-91D4-5665327CBC1F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19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72E8-40C2-1C63-C768-007F951A1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0D9B5-38FF-5E68-F8A8-266626F5E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9" name="Picture 8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38917171-3955-B5F4-3B99-D4B48DC334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44CC109-ADE9-6281-9084-08D05EEEC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8008D6-C87E-79EE-69C3-EA6269BEE695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91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CD344EFD-92BE-ADC7-9986-5D2B941569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65D7D43-4CD7-FD5A-D190-F3820F5EB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6580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F3A2-F11E-BE9E-8D7F-C88A70C53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61DCCA-5D91-3178-DBFE-BB43E9028D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96754" y="457200"/>
            <a:ext cx="4354718" cy="343852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F4B3F-76D1-02D5-2C00-E80E8E80A16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Background / Experience</a:t>
            </a:r>
          </a:p>
        </p:txBody>
      </p:sp>
      <p:pic>
        <p:nvPicPr>
          <p:cNvPr id="8" name="Picture 7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F962F952-0E63-8B85-13E5-A9EC47E36F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DECCAA5-B7C7-8D1E-51AE-0AADDAB4C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D6D9FD8-A0D9-B708-8724-D737FA825D2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6596754" y="4279431"/>
            <a:ext cx="4354718" cy="15895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Social Media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92FCEC-7CA6-F873-51FC-B1A18BF2ABC5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019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CBD9-D939-C015-39FC-43F8821A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E1BEA-4D80-F066-EEDD-A11205F91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0879-0987-57BC-0770-2113DC4357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Picture 7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E30F15B8-42B3-1664-94A9-7B6A56A2AA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489BDC-F591-886F-FF98-8B2C306D1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AE8A65-13C2-0712-26E0-02E887788DEF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781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F79EB-9AA1-7BFE-A5A6-90CE86A83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988AC-1309-2D02-1B55-5FB961948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50041-FA74-A196-E404-D5D6DF1D8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3E23E-00ED-3A0B-EE81-9476A6BDF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50A1A-120F-933E-7482-D2616708B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0" name="Picture 9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2412F638-15DB-7504-3E95-B290E096E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C7EA2FA-2CFC-F7ED-29F7-B75AFA015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6188AC-FDBB-019E-17D3-3587B722DFED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481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2E1B-E3B9-BA1A-EF9D-D7A13D5C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Picture 5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E942B1EB-B049-D0C2-5126-EC08E1097F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DCCD6F-297E-AFB7-9281-E3E9D71E9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23A75FD-6650-ECE7-3E53-2D34E3486C97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80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F311-2A04-F087-3C3F-4A4463667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4927B-2EEA-127E-12E5-F0CCDDDE6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0D444-C02C-16F4-9EBE-D25717410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A white silhouette of a ninja with swords&#10;&#10;AI-generated content may be incorrect.">
            <a:extLst>
              <a:ext uri="{FF2B5EF4-FFF2-40B4-BE49-F238E27FC236}">
                <a16:creationId xmlns:a16="http://schemas.microsoft.com/office/drawing/2014/main" id="{4B1EE0DA-4E4A-AC7F-1845-FE17BABD16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7" y="5812165"/>
            <a:ext cx="804218" cy="726747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17F5085-6188-3C2F-8BED-B8C5736FB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9F621982-67CF-4DE6-9B69-E7E59DF16CFA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AB637C-B484-F5F6-46F0-CB64DE047C5B}"/>
              </a:ext>
            </a:extLst>
          </p:cNvPr>
          <p:cNvSpPr/>
          <p:nvPr userDrawn="1"/>
        </p:nvSpPr>
        <p:spPr>
          <a:xfrm>
            <a:off x="146649" y="146649"/>
            <a:ext cx="11898702" cy="6564701"/>
          </a:xfrm>
          <a:prstGeom prst="roundRect">
            <a:avLst>
              <a:gd name="adj" fmla="val 3001"/>
            </a:avLst>
          </a:prstGeom>
          <a:noFill/>
          <a:ln w="57150">
            <a:solidFill>
              <a:srgbClr val="007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763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bg>
      <p:bgPr>
        <a:solidFill>
          <a:srgbClr val="0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purple logo&#10;&#10;Description automatically generated">
            <a:extLst>
              <a:ext uri="{FF2B5EF4-FFF2-40B4-BE49-F238E27FC236}">
                <a16:creationId xmlns:a16="http://schemas.microsoft.com/office/drawing/2014/main" id="{265B0608-A405-A393-838C-A03B8311B6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021288"/>
            <a:ext cx="1300479" cy="6096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8F95C4E-1091-4AFC-A458-56779C01DE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403" y="2660915"/>
            <a:ext cx="10753195" cy="960107"/>
          </a:xfrm>
        </p:spPr>
        <p:txBody>
          <a:bodyPr>
            <a:normAutofit/>
          </a:bodyPr>
          <a:lstStyle>
            <a:lvl1pPr algn="ctr">
              <a:defRPr sz="3733">
                <a:solidFill>
                  <a:srgbClr val="F121E9"/>
                </a:solidFill>
                <a:latin typeface="+mj-lt"/>
              </a:defRPr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83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 DARK media right">
    <p:bg>
      <p:bgPr>
        <a:solidFill>
          <a:srgbClr val="0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purple logo&#10;&#10;Description automatically generated">
            <a:extLst>
              <a:ext uri="{FF2B5EF4-FFF2-40B4-BE49-F238E27FC236}">
                <a16:creationId xmlns:a16="http://schemas.microsoft.com/office/drawing/2014/main" id="{AF8E0330-C9E2-10D2-8A9C-DDB999F15C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021288"/>
            <a:ext cx="1300479" cy="60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/>
          </p:nvPr>
        </p:nvSpPr>
        <p:spPr>
          <a:xfrm>
            <a:off x="609600" y="2084918"/>
            <a:ext cx="5390389" cy="3551767"/>
          </a:xfrm>
        </p:spPr>
        <p:txBody>
          <a:bodyPr/>
          <a:lstStyle>
            <a:lvl1pPr>
              <a:buClr>
                <a:srgbClr val="FFF9A9"/>
              </a:buClr>
              <a:defRPr baseline="0">
                <a:solidFill>
                  <a:schemeClr val="bg1">
                    <a:lumMod val="95000"/>
                  </a:schemeClr>
                </a:solidFill>
                <a:latin typeface="+mj-lt"/>
                <a:cs typeface="Museo Sans 100"/>
              </a:defRPr>
            </a:lvl1pPr>
            <a:lvl2pPr>
              <a:buClr>
                <a:srgbClr val="FFF9A9"/>
              </a:buClr>
              <a:defRPr baseline="0">
                <a:solidFill>
                  <a:schemeClr val="bg1">
                    <a:lumMod val="95000"/>
                  </a:schemeClr>
                </a:solidFill>
                <a:latin typeface="+mj-lt"/>
                <a:cs typeface="Museo Sans 100"/>
              </a:defRPr>
            </a:lvl2pPr>
            <a:lvl3pPr>
              <a:buClr>
                <a:srgbClr val="FFF9A9"/>
              </a:buClr>
              <a:defRPr baseline="0">
                <a:solidFill>
                  <a:schemeClr val="bg1">
                    <a:lumMod val="95000"/>
                  </a:schemeClr>
                </a:solidFill>
                <a:latin typeface="+mj-lt"/>
                <a:cs typeface="Museo Sans 100"/>
              </a:defRPr>
            </a:lvl3pPr>
            <a:lvl4pPr>
              <a:buClr>
                <a:srgbClr val="FFF9A9"/>
              </a:buClr>
              <a:defRPr baseline="0">
                <a:solidFill>
                  <a:schemeClr val="bg1">
                    <a:lumMod val="95000"/>
                  </a:schemeClr>
                </a:solidFill>
                <a:latin typeface="+mj-lt"/>
                <a:cs typeface="Museo Sans 100"/>
              </a:defRPr>
            </a:lvl4pPr>
            <a:lvl5pPr>
              <a:buClr>
                <a:srgbClr val="FFF9A9"/>
              </a:buClr>
              <a:defRPr baseline="0">
                <a:solidFill>
                  <a:schemeClr val="bg1">
                    <a:lumMod val="95000"/>
                  </a:schemeClr>
                </a:solidFill>
                <a:latin typeface="+mj-lt"/>
                <a:cs typeface="Museo Sans 10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C619DA90-5716-16E7-D0C6-E0AD562F6B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88618" y="2084918"/>
            <a:ext cx="5293783" cy="3551767"/>
          </a:xfrm>
        </p:spPr>
        <p:txBody>
          <a:bodyPr/>
          <a:lstStyle>
            <a:lvl1pPr>
              <a:buClr>
                <a:srgbClr val="FFF9A9"/>
              </a:buCl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13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 DARK">
    <p:bg>
      <p:bgPr>
        <a:solidFill>
          <a:srgbClr val="0D00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purple logo&#10;&#10;Description automatically generated">
            <a:extLst>
              <a:ext uri="{FF2B5EF4-FFF2-40B4-BE49-F238E27FC236}">
                <a16:creationId xmlns:a16="http://schemas.microsoft.com/office/drawing/2014/main" id="{7F589475-2745-40BF-FCDC-899D8C1781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021288"/>
            <a:ext cx="1300479" cy="60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0"/>
          </p:nvPr>
        </p:nvSpPr>
        <p:spPr>
          <a:xfrm>
            <a:off x="609600" y="2084918"/>
            <a:ext cx="10972800" cy="3551767"/>
          </a:xfrm>
        </p:spPr>
        <p:txBody>
          <a:bodyPr/>
          <a:lstStyle>
            <a:lvl1pPr>
              <a:buClr>
                <a:srgbClr val="FFF9A9"/>
              </a:buClr>
              <a:defRPr baseline="0">
                <a:solidFill>
                  <a:schemeClr val="bg1">
                    <a:lumMod val="95000"/>
                  </a:schemeClr>
                </a:solidFill>
                <a:latin typeface="+mj-lt"/>
                <a:cs typeface="Museo Sans 100"/>
              </a:defRPr>
            </a:lvl1pPr>
            <a:lvl2pPr>
              <a:buClr>
                <a:srgbClr val="FFF9A9"/>
              </a:buClr>
              <a:defRPr baseline="0">
                <a:solidFill>
                  <a:schemeClr val="bg1">
                    <a:lumMod val="95000"/>
                  </a:schemeClr>
                </a:solidFill>
                <a:latin typeface="IBM Plex Sans" panose="020B0503050203000203" pitchFamily="34" charset="0"/>
                <a:cs typeface="Museo Sans 100"/>
              </a:defRPr>
            </a:lvl2pPr>
            <a:lvl3pPr>
              <a:buClr>
                <a:srgbClr val="FFF9A9"/>
              </a:buClr>
              <a:defRPr baseline="0">
                <a:solidFill>
                  <a:schemeClr val="bg1">
                    <a:lumMod val="95000"/>
                  </a:schemeClr>
                </a:solidFill>
                <a:latin typeface="IBM Plex Sans" panose="020B0503050203000203" pitchFamily="34" charset="0"/>
                <a:cs typeface="Museo Sans 100"/>
              </a:defRPr>
            </a:lvl3pPr>
            <a:lvl4pPr>
              <a:buClr>
                <a:srgbClr val="FFF9A9"/>
              </a:buClr>
              <a:defRPr baseline="0">
                <a:solidFill>
                  <a:schemeClr val="bg1">
                    <a:lumMod val="95000"/>
                  </a:schemeClr>
                </a:solidFill>
                <a:latin typeface="IBM Plex Sans" panose="020B0503050203000203" pitchFamily="34" charset="0"/>
                <a:cs typeface="Museo Sans 100"/>
              </a:defRPr>
            </a:lvl4pPr>
            <a:lvl5pPr>
              <a:buClr>
                <a:srgbClr val="FFF9A9"/>
              </a:buClr>
              <a:defRPr baseline="0">
                <a:solidFill>
                  <a:schemeClr val="bg1">
                    <a:lumMod val="95000"/>
                  </a:schemeClr>
                </a:solidFill>
                <a:latin typeface="IBM Plex Sans" panose="020B0503050203000203" pitchFamily="34" charset="0"/>
                <a:cs typeface="Museo Sans 10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251383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 userDrawn="1"/>
        </p:nvGrpSpPr>
        <p:grpSpPr>
          <a:xfrm>
            <a:off x="-1" y="6783297"/>
            <a:ext cx="12192001" cy="94443"/>
            <a:chOff x="-2" y="6777625"/>
            <a:chExt cx="12192001" cy="94443"/>
          </a:xfrm>
        </p:grpSpPr>
        <p:sp>
          <p:nvSpPr>
            <p:cNvPr id="44" name="Rectangle 43"/>
            <p:cNvSpPr/>
            <p:nvPr/>
          </p:nvSpPr>
          <p:spPr>
            <a:xfrm>
              <a:off x="-2" y="6777625"/>
              <a:ext cx="3048000" cy="944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rgbClr val="267CCF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7998" y="6777625"/>
              <a:ext cx="3048000" cy="94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rgbClr val="267CCF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95999" y="6777625"/>
              <a:ext cx="3048000" cy="9444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rgbClr val="267CC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143999" y="6777625"/>
              <a:ext cx="3048000" cy="9444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srgbClr val="267CCF"/>
                </a:solidFill>
              </a:endParaRPr>
            </a:p>
          </p:txBody>
        </p:sp>
      </p:grpSp>
      <p:sp>
        <p:nvSpPr>
          <p:cNvPr id="49" name="Rounded Rectangle 48"/>
          <p:cNvSpPr/>
          <p:nvPr userDrawn="1"/>
        </p:nvSpPr>
        <p:spPr>
          <a:xfrm>
            <a:off x="2119085" y="696730"/>
            <a:ext cx="10072915" cy="7523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atin typeface="Calibri" pitchFamily="34" charset="0"/>
            </a:endParaRPr>
          </a:p>
        </p:txBody>
      </p:sp>
      <p:sp>
        <p:nvSpPr>
          <p:cNvPr id="57" name="Text Placeholder 3"/>
          <p:cNvSpPr>
            <a:spLocks noGrp="1"/>
          </p:cNvSpPr>
          <p:nvPr>
            <p:ph type="body" sz="quarter" idx="25" hasCustomPrompt="1"/>
          </p:nvPr>
        </p:nvSpPr>
        <p:spPr>
          <a:xfrm>
            <a:off x="2336802" y="130176"/>
            <a:ext cx="7925412" cy="563563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435203" y="1625601"/>
            <a:ext cx="11277600" cy="4746625"/>
          </a:xfrm>
        </p:spPr>
        <p:txBody>
          <a:bodyPr>
            <a:normAutofit/>
          </a:bodyPr>
          <a:lstStyle>
            <a:lvl1pPr>
              <a:defRPr sz="2000">
                <a:solidFill>
                  <a:srgbClr val="010101"/>
                </a:solidFill>
              </a:defRPr>
            </a:lvl1pPr>
            <a:lvl2pPr>
              <a:defRPr sz="1800">
                <a:solidFill>
                  <a:srgbClr val="010101"/>
                </a:solidFill>
              </a:defRPr>
            </a:lvl2pPr>
            <a:lvl3pPr>
              <a:defRPr sz="1600">
                <a:solidFill>
                  <a:srgbClr val="010101"/>
                </a:solidFill>
              </a:defRPr>
            </a:lvl3pPr>
            <a:lvl4pPr>
              <a:defRPr sz="1400">
                <a:solidFill>
                  <a:srgbClr val="010101"/>
                </a:solidFill>
              </a:defRPr>
            </a:lvl4pPr>
            <a:lvl5pPr>
              <a:defRPr sz="1400">
                <a:solidFill>
                  <a:srgbClr val="01010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drawing of a cartoon character&#10;&#10;Description automatically generated">
            <a:extLst>
              <a:ext uri="{FF2B5EF4-FFF2-40B4-BE49-F238E27FC236}">
                <a16:creationId xmlns:a16="http://schemas.microsoft.com/office/drawing/2014/main" id="{D912CF19-DAF5-4500-9AAC-828D72A811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68" y="2"/>
            <a:ext cx="1466333" cy="143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12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14B4-B2F5-4BBE-A4EA-82CD69C46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FA892-81B5-4BC2-8967-5E4D2DEC0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F52C4-9853-4048-AA9E-8292F4AF4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CE061-378A-47EC-B070-992D5585925A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4972A-0F20-4CC8-8863-7CC203D20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0FDAD-4A51-4604-8A8A-B70FF206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909EF-B5F4-4D58-B839-641E6082911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68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ponso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04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7C25ED-A3DF-C8BE-6505-9FDEAC960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61990-FDBA-3668-4EAE-5D1DE60B4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0060E8C-EBDF-D763-B202-31C54C951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fld id="{53479B86-361D-4E22-9189-B9EDCB3D25DF}" type="datetime1">
              <a:rPr lang="en-GB" smtClean="0"/>
              <a:pPr/>
              <a:t>04/02/2026</a:t>
            </a:fld>
            <a:endParaRPr lang="en-GB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DB15E6B-D432-5300-C0CD-428FFBB31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61594"/>
            <a:ext cx="411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505BDA-4F09-A002-C2E6-0FF8F4BFE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0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7" r:id="rId4"/>
    <p:sldLayoutId id="2147483652" r:id="rId5"/>
    <p:sldLayoutId id="2147483653" r:id="rId6"/>
    <p:sldLayoutId id="2147483654" r:id="rId7"/>
    <p:sldLayoutId id="2147483656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60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37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CD19BEE-3DFE-D7D2-9646-FF009C4B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Workplace Ninjas DK – </a:t>
            </a:r>
            <a:r>
              <a:rPr lang="en-GB">
                <a:solidFill>
                  <a:srgbClr val="007DFF"/>
                </a:solidFill>
              </a:rPr>
              <a:t>Presentation Guide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267E50-D023-1879-4F6A-32BCEFC9A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0950" cy="4351338"/>
          </a:xfrm>
        </p:spPr>
        <p:txBody>
          <a:bodyPr>
            <a:normAutofit/>
          </a:bodyPr>
          <a:lstStyle/>
          <a:p>
            <a:r>
              <a:rPr lang="en-GB" sz="1600"/>
              <a:t>Layouts are available when you create a new slide.</a:t>
            </a:r>
          </a:p>
          <a:p>
            <a:r>
              <a:rPr lang="en-GB" sz="1600"/>
              <a:t>The sponsor slide must remain </a:t>
            </a:r>
            <a:r>
              <a:rPr lang="en-GB" sz="1600">
                <a:solidFill>
                  <a:srgbClr val="FFFF00"/>
                </a:solidFill>
              </a:rPr>
              <a:t>included</a:t>
            </a:r>
            <a:r>
              <a:rPr lang="en-GB" sz="1600"/>
              <a:t> and unchanged.</a:t>
            </a:r>
          </a:p>
          <a:p>
            <a:r>
              <a:rPr lang="en-GB" sz="1600"/>
              <a:t>Please do not overlap images through the </a:t>
            </a:r>
            <a:r>
              <a:rPr lang="en-GB" sz="1600">
                <a:solidFill>
                  <a:srgbClr val="007DFF"/>
                </a:solidFill>
              </a:rPr>
              <a:t>border</a:t>
            </a:r>
            <a:r>
              <a:rPr lang="en-GB" sz="1600"/>
              <a:t> – for large images, use the </a:t>
            </a:r>
            <a:r>
              <a:rPr lang="en-GB" sz="1600" b="1"/>
              <a:t>Blank</a:t>
            </a:r>
            <a:r>
              <a:rPr lang="en-GB" sz="1600"/>
              <a:t> layout</a:t>
            </a:r>
          </a:p>
          <a:p>
            <a:r>
              <a:rPr lang="en-GB" sz="1600"/>
              <a:t>Workplace Ninjas DK assumes you have </a:t>
            </a:r>
            <a:r>
              <a:rPr lang="en-GB" sz="1600">
                <a:solidFill>
                  <a:srgbClr val="FFFF00"/>
                </a:solidFill>
              </a:rPr>
              <a:t>sought appropriate permission </a:t>
            </a:r>
            <a:r>
              <a:rPr lang="en-GB" sz="1600"/>
              <a:t>to use the content in your presentation.</a:t>
            </a:r>
          </a:p>
          <a:p>
            <a:r>
              <a:rPr lang="en-GB" sz="1600"/>
              <a:t>It is </a:t>
            </a:r>
            <a:r>
              <a:rPr lang="en-GB" sz="1600">
                <a:solidFill>
                  <a:srgbClr val="F20000"/>
                </a:solidFill>
              </a:rPr>
              <a:t>your responsibility </a:t>
            </a:r>
            <a:r>
              <a:rPr lang="en-GB" sz="1600"/>
              <a:t>to ensure you are not breaking NDAs or infringing on copyright notices.</a:t>
            </a:r>
          </a:p>
          <a:p>
            <a:r>
              <a:rPr lang="en-GB" sz="1600"/>
              <a:t>Delete this slide when ready to present.</a:t>
            </a:r>
          </a:p>
          <a:p>
            <a:pPr marL="0" indent="0">
              <a:buNone/>
            </a:pPr>
            <a:endParaRPr lang="en-GB" sz="1600"/>
          </a:p>
          <a:p>
            <a:endParaRPr lang="en-GB" sz="16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B3951-11DC-19BE-C29E-6376EFD62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6811" y="6261594"/>
            <a:ext cx="2743200" cy="365125"/>
          </a:xfrm>
        </p:spPr>
        <p:txBody>
          <a:bodyPr/>
          <a:lstStyle/>
          <a:p>
            <a:fld id="{00D3ED71-38B9-4E15-91D4-5665327CBC1F}" type="slidenum">
              <a:rPr lang="en-GB" smtClean="0"/>
              <a:pPr/>
              <a:t>1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07327-C759-828C-45C6-3B59DA3A3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598" y="1690688"/>
            <a:ext cx="4214813" cy="3903943"/>
          </a:xfrm>
          <a:prstGeom prst="rect">
            <a:avLst/>
          </a:prstGeom>
          <a:ln>
            <a:solidFill>
              <a:srgbClr val="007DFF"/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F6F66E-C61D-EC90-5B39-C42655103350}"/>
              </a:ext>
            </a:extLst>
          </p:cNvPr>
          <p:cNvCxnSpPr>
            <a:cxnSpLocks/>
          </p:cNvCxnSpPr>
          <p:nvPr/>
        </p:nvCxnSpPr>
        <p:spPr>
          <a:xfrm flipV="1">
            <a:off x="4476750" y="3016251"/>
            <a:ext cx="5238750" cy="29844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215D5E4-8E81-8E94-0F94-FAD3F5752D04}"/>
              </a:ext>
            </a:extLst>
          </p:cNvPr>
          <p:cNvSpPr txBox="1"/>
          <p:nvPr/>
        </p:nvSpPr>
        <p:spPr>
          <a:xfrm>
            <a:off x="2066925" y="6320462"/>
            <a:ext cx="805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>
                <a:solidFill>
                  <a:srgbClr val="FFFF00"/>
                </a:solidFill>
              </a:rPr>
              <a:t>February 2025 Version – </a:t>
            </a:r>
            <a:r>
              <a:rPr lang="en-GB" sz="1400">
                <a:solidFill>
                  <a:schemeClr val="bg1"/>
                </a:solidFill>
              </a:rPr>
              <a:t>Final sponsor slide will be distributed when finalised.</a:t>
            </a:r>
          </a:p>
        </p:txBody>
      </p:sp>
    </p:spTree>
    <p:extLst>
      <p:ext uri="{BB962C8B-B14F-4D97-AF65-F5344CB8AC3E}">
        <p14:creationId xmlns:p14="http://schemas.microsoft.com/office/powerpoint/2010/main" val="866388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3369-8F30-FEF1-A357-5A24B2023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2239237"/>
          </a:xfrm>
        </p:spPr>
        <p:txBody>
          <a:bodyPr>
            <a:normAutofit/>
          </a:bodyPr>
          <a:lstStyle/>
          <a:p>
            <a:r>
              <a:rPr lang="en-US" dirty="0">
                <a:latin typeface="Aptos Black"/>
              </a:rPr>
              <a:t>Workplace Ninjas DK</a:t>
            </a:r>
            <a:br>
              <a:rPr lang="en-US" dirty="0"/>
            </a:br>
            <a:r>
              <a:rPr lang="en-US" dirty="0">
                <a:latin typeface="Aptos Black"/>
              </a:rPr>
              <a:t>February 2026</a:t>
            </a:r>
            <a:br>
              <a:rPr lang="en-US" dirty="0"/>
            </a:br>
            <a:r>
              <a:rPr lang="en-US" dirty="0">
                <a:latin typeface="Aptos Black"/>
              </a:rPr>
              <a:t>Edition</a:t>
            </a:r>
            <a:endParaRPr lang="en-GB" dirty="0">
              <a:latin typeface="Aptos Black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1EDD13-15E1-1A99-32DB-3BA659645B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136811" y="6261594"/>
            <a:ext cx="2743200" cy="365125"/>
          </a:xfrm>
        </p:spPr>
        <p:txBody>
          <a:bodyPr/>
          <a:lstStyle/>
          <a:p>
            <a:fld id="{9F621982-67CF-4DE6-9B69-E7E59DF16CFA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4" name="Picture 3" descr="A group of ninjas sitting at a table with a computer&#10;&#10;AI-generated content may be incorrect.">
            <a:extLst>
              <a:ext uri="{FF2B5EF4-FFF2-40B4-BE49-F238E27FC236}">
                <a16:creationId xmlns:a16="http://schemas.microsoft.com/office/drawing/2014/main" id="{9E3028E8-573B-C0A0-EDEB-301F174EB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714" y="2917371"/>
            <a:ext cx="3708400" cy="37084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464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89A82-1360-FA7F-B3E1-04433650F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4DAE21E-7E95-8763-CDA0-842B3C16B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0DB6599-3827-48B5-2521-B606934F9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F621982-67CF-4DE6-9B69-E7E59DF16CFA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787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159B0A-BE6B-42C2-AD22-CC3DAC9F3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6865"/>
            <a:ext cx="9144000" cy="1758462"/>
          </a:xfrm>
        </p:spPr>
        <p:txBody>
          <a:bodyPr>
            <a:normAutofit/>
          </a:bodyPr>
          <a:lstStyle/>
          <a:p>
            <a:endParaRPr lang="en-US" sz="3600" dirty="0">
              <a:latin typeface="Impact" panose="020B0806030902050204" pitchFamily="34" charset="0"/>
            </a:endParaRPr>
          </a:p>
        </p:txBody>
      </p:sp>
      <p:pic>
        <p:nvPicPr>
          <p:cNvPr id="7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3DEACFA5-F630-432F-B999-BF2832D4B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343" y="1940070"/>
            <a:ext cx="7665314" cy="2548309"/>
          </a:xfrm>
          <a:prstGeom prst="rect">
            <a:avLst/>
          </a:prstGeom>
          <a:noFill/>
          <a:ln>
            <a:noFill/>
          </a:ln>
          <a:effectLst>
            <a:glow rad="299590">
              <a:schemeClr val="bg1">
                <a:alpha val="51655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34505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ession Slides">
  <a:themeElements>
    <a:clrScheme name="Custom 1">
      <a:dk1>
        <a:srgbClr val="FFFFFF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ponsor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20A900F777E04DBFCBB40D940B5D22" ma:contentTypeVersion="14" ma:contentTypeDescription="Create a new document." ma:contentTypeScope="" ma:versionID="eb9b7ad1985dc43a93719bdbf2f880f1">
  <xsd:schema xmlns:xsd="http://www.w3.org/2001/XMLSchema" xmlns:xs="http://www.w3.org/2001/XMLSchema" xmlns:p="http://schemas.microsoft.com/office/2006/metadata/properties" xmlns:ns2="d0334ce0-64b7-4130-8f2e-e6d889ea036a" xmlns:ns3="cc4363cf-6f7e-494e-808c-7464fdc0f28f" targetNamespace="http://schemas.microsoft.com/office/2006/metadata/properties" ma:root="true" ma:fieldsID="255671dadbbe6ce322ebcf80f89a690c" ns2:_="" ns3:_="">
    <xsd:import namespace="d0334ce0-64b7-4130-8f2e-e6d889ea036a"/>
    <xsd:import namespace="cc4363cf-6f7e-494e-808c-7464fdc0f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334ce0-64b7-4130-8f2e-e6d889ea03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4363cf-6f7e-494e-808c-7464fdc0f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E45E69-4A38-4F72-BD27-FF6D0F4377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9A65A5-E7A5-4D14-8197-A907CE048C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334ce0-64b7-4130-8f2e-e6d889ea036a"/>
    <ds:schemaRef ds:uri="cc4363cf-6f7e-494e-808c-7464fdc0f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239AE2-4CC0-47C7-965D-7788BFB0AB12}">
  <ds:schemaRefs>
    <ds:schemaRef ds:uri="cc4363cf-6f7e-494e-808c-7464fdc0f28f"/>
    <ds:schemaRef ds:uri="d0334ce0-64b7-4130-8f2e-e6d889ea036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9bd46561-3280-4a10-822b-9c84b2b138c1}" enabled="1" method="Standard" siteId="{b0397982-4cb7-4ac0-a060-fd09c4b6c4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PresentationFormat>Widescreen</PresentationFormat>
  <Paragraphs>13</Paragraphs>
  <Slides>4</Slides>
  <Notes>1</Notes>
  <HiddenSlides>1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2</vt:i4>
      </vt:variant>
      <vt:variant>
        <vt:lpstr>Slidetitler</vt:lpstr>
      </vt:variant>
      <vt:variant>
        <vt:i4>4</vt:i4>
      </vt:variant>
    </vt:vector>
  </HeadingPairs>
  <TitlesOfParts>
    <vt:vector size="12" baseType="lpstr">
      <vt:lpstr>Aptos</vt:lpstr>
      <vt:lpstr>Aptos Black</vt:lpstr>
      <vt:lpstr>Arial</vt:lpstr>
      <vt:lpstr>Calibri</vt:lpstr>
      <vt:lpstr>IBM Plex Sans</vt:lpstr>
      <vt:lpstr>Impact</vt:lpstr>
      <vt:lpstr>Session Slides</vt:lpstr>
      <vt:lpstr>Sponsor Slide</vt:lpstr>
      <vt:lpstr>Workplace Ninjas DK – Presentation Guide</vt:lpstr>
      <vt:lpstr>Workplace Ninjas DK February 2026 Edition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 Barry</dc:creator>
  <cp:lastModifiedBy>Peter Schmidt</cp:lastModifiedBy>
  <cp:revision>43</cp:revision>
  <dcterms:created xsi:type="dcterms:W3CDTF">2025-02-08T13:16:44Z</dcterms:created>
  <dcterms:modified xsi:type="dcterms:W3CDTF">2026-02-04T08:31:57Z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0x010100B820A900F777E04DBFCBB40D940B5D22</vt:lpwstr>
  </property>
  <property fmtid="{D5CDD505-2E9C-101B-9397-08002B2CF9AE}" pid="3" name="MediaServiceImageTags">
    <vt:lpwstr/>
  </property>
</Properties>
</file>